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6D7C-C744-4F0C-B3BE-67698831B777}" type="datetimeFigureOut">
              <a:rPr lang="cs-CZ" smtClean="0"/>
              <a:t>25.11.2025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722C8-EFD9-4B79-B9AD-E0C0C07C0D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148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7C1F-D614-4ECB-97D2-971A773853F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4C6A-9762-41C2-AC0A-B4B4D73C2A5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723D-4F65-4084-8CDA-D7949FAA20B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EDBD8-FDEE-4FA0-9F24-E0C9618563B8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0F85A-DFCE-4BAF-BE6E-477DEDB95F0B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64AE0-33D8-4072-BA6C-2A0B2F67C5F3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64808-C1E7-4F3F-A24A-06EA4FB02E8C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C68-78B9-4121-BB2B-37459DD90D6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EEA8-2689-4BC0-9D2F-C1C7645B1111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89DF-FB68-45E2-BED0-0C5008A429E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B2C8-BA77-4E3F-8706-0A90AF749A4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97515-3929-44C8-853F-4C182057168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Jiří Bárta,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Kompletní výuková prezentace: AD, Defender, Hyper-V, PowerShell, DNS, DHCP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Detailní vysvětlení, praktické příklady, diagramy a laby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A9F328-92A5-CBBA-61D0-7B729391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A5C0-DEA5-435A-8714-EAFA040132F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A8678B4-6B9B-1C25-F04F-63A5C479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ADB7DA-9BB0-8E45-A7E8-9671B5FF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Obsah školení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Active Directory (AD) - Principy, struktura, příklady</a:t>
            </a:r>
          </a:p>
          <a:p>
            <a:pPr>
              <a:defRPr sz="1800"/>
            </a:pPr>
            <a:r>
              <a:t>2. Microsoft Defender - Funkce, konfigurace, scénáře</a:t>
            </a:r>
          </a:p>
          <a:p>
            <a:pPr>
              <a:defRPr sz="1800"/>
            </a:pPr>
            <a:r>
              <a:t>3. Hyper-V - Architektura, VM management, příklady</a:t>
            </a:r>
          </a:p>
          <a:p>
            <a:pPr>
              <a:defRPr sz="1800"/>
            </a:pPr>
            <a:r>
              <a:t>4. PowerShell - Syntaxe, skripty, automatizace</a:t>
            </a:r>
          </a:p>
          <a:p>
            <a:pPr>
              <a:defRPr sz="1800"/>
            </a:pPr>
            <a:r>
              <a:t>5. DNS - Principy, konfigurace, příklady</a:t>
            </a:r>
          </a:p>
          <a:p>
            <a:pPr>
              <a:defRPr sz="1800"/>
            </a:pPr>
            <a:r>
              <a:t>6. DHCP - Principy, konfigurace, příklady</a:t>
            </a:r>
          </a:p>
          <a:p>
            <a:pPr>
              <a:defRPr sz="1800"/>
            </a:pPr>
            <a:r>
              <a:t>7. Praktické scénáře a best practices</a:t>
            </a:r>
          </a:p>
          <a:p>
            <a:pPr>
              <a:defRPr sz="1800"/>
            </a:pPr>
            <a:r>
              <a:t>8. Mini-laby</a:t>
            </a:r>
          </a:p>
          <a:p>
            <a:pPr>
              <a:defRPr sz="1800"/>
            </a:pPr>
            <a:r>
              <a:t>9. Závěr a doporučené zdroje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74C372-8202-96EE-71DB-C77F881C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BA83-A110-4AED-BBF7-0CC79FDD48B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1F1954B-E3B0-75E5-AF3A-39CA8251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3129A7-A82D-BF96-F835-6BF1C5D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Vysvětlení zkratek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AD: Active Directory - adresářová služba pro správu uživatelů a zdrojů</a:t>
            </a:r>
          </a:p>
          <a:p>
            <a:pPr>
              <a:defRPr sz="1800"/>
            </a:pPr>
            <a:r>
              <a:t>DNS: Domain Name System - systém pro překlad doménových jmen na IP adresy</a:t>
            </a:r>
          </a:p>
          <a:p>
            <a:pPr>
              <a:defRPr sz="1800"/>
            </a:pPr>
            <a:r>
              <a:t>DHCP: Dynamic Host Configuration Protocol - protokol pro automatické přidělování IP adres</a:t>
            </a:r>
          </a:p>
          <a:p>
            <a:pPr>
              <a:defRPr sz="1800"/>
            </a:pPr>
            <a:r>
              <a:t>GPO: Group Policy Object - objekt pro správu politik v AD</a:t>
            </a:r>
          </a:p>
          <a:p>
            <a:pPr>
              <a:defRPr sz="1800"/>
            </a:pPr>
            <a:r>
              <a:t>OU: Organizational Unit - organizační jednotka v AD</a:t>
            </a:r>
          </a:p>
          <a:p>
            <a:pPr>
              <a:defRPr sz="1800"/>
            </a:pPr>
            <a:r>
              <a:t>FSMO: Flexible Single Master Operations - role pro správu AD</a:t>
            </a:r>
          </a:p>
          <a:p>
            <a:pPr>
              <a:defRPr sz="1800"/>
            </a:pPr>
            <a:r>
              <a:t>VM: Virtual Machine - virtuální stroj</a:t>
            </a:r>
          </a:p>
          <a:p>
            <a:pPr>
              <a:defRPr sz="1800"/>
            </a:pPr>
            <a:r>
              <a:t>ACL: Access Control List - seznam oprávnění pro objekty</a:t>
            </a:r>
          </a:p>
          <a:p>
            <a:pPr>
              <a:defRPr sz="1800"/>
            </a:pPr>
            <a:r>
              <a:t>Kerberos: Protokol pro autentizaci v síti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CABE94-5BE7-C42B-E26C-CFF2D5A7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FF37-FFE9-41D2-B673-B9923450DCF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0B46AA3-8ACE-FC93-4E8F-75626826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2E72EF-7EBA-8C6D-208C-44669297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- Principy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 je adresářová služba pro správu uživatelů, počítačů a zdrojů</a:t>
            </a:r>
          </a:p>
          <a:p>
            <a:pPr>
              <a:defRPr sz="1800"/>
            </a:pPr>
            <a:r>
              <a:t>Hierarchická struktura: Doména, OU, strom, les</a:t>
            </a:r>
          </a:p>
          <a:p>
            <a:pPr>
              <a:defRPr sz="1800"/>
            </a:pPr>
            <a:r>
              <a:t>Autentizace pomocí Kerberos, autorizace přes ACL</a:t>
            </a:r>
          </a:p>
          <a:p>
            <a:pPr>
              <a:defRPr sz="1800"/>
            </a:pPr>
            <a:r>
              <a:t>Replikace mezi řadiči domény zajišťuje konzistenci dat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7726F45-03AF-977F-A516-1C2472CD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7478-5BD2-4DB0-BB72-5938E9B6364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DA199E6-71B8-79B8-8E12-E0800D71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586C39-6E24-3DF2-0291-D70B0F96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- Architektura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Řadiče domény (Domain Controllers)</a:t>
            </a:r>
          </a:p>
          <a:p>
            <a:pPr>
              <a:defRPr sz="1800"/>
            </a:pPr>
            <a:r>
              <a:t>Globální katalog</a:t>
            </a:r>
          </a:p>
          <a:p>
            <a:pPr>
              <a:defRPr sz="1800"/>
            </a:pPr>
            <a:r>
              <a:t>FSMO role</a:t>
            </a:r>
          </a:p>
          <a:p>
            <a:pPr>
              <a:defRPr sz="1800"/>
            </a:pPr>
            <a:r>
              <a:t>Integrace s DNS a DHCP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EB5036-F504-ECB1-D0A2-8AB0FB91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21D3-98E4-480F-8E66-1457AA597F2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174A2E-0D94-47CE-C630-BB632570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56AAF2-F4C3-4D07-2AE4-EF140A96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- Praktické scénáře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Vytvoření nové domény</a:t>
            </a:r>
          </a:p>
          <a:p>
            <a:pPr>
              <a:defRPr sz="1800"/>
            </a:pPr>
            <a:r>
              <a:t>Správa uživatelských účtů a skupin</a:t>
            </a:r>
          </a:p>
          <a:p>
            <a:pPr>
              <a:defRPr sz="1800"/>
            </a:pPr>
            <a:r>
              <a:t>Použití Group Policy pro konfiguraci stanic</a:t>
            </a:r>
          </a:p>
          <a:p>
            <a:pPr>
              <a:defRPr sz="1800"/>
            </a:pPr>
            <a:r>
              <a:t>Delegace oprávnění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10C23E-D071-EE81-9093-990D47750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1104A-F4C0-4511-8B56-28FC63DDAC4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E23DCA3-FFC9-3C2D-8C20-FE2081CA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62CF52-BB93-3274-51A4-BE50080A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Active Directory - PowerShell příkazy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Get-ADUser -Filter *</a:t>
            </a:r>
          </a:p>
          <a:p>
            <a:pPr>
              <a:defRPr sz="1800"/>
            </a:pPr>
            <a:r>
              <a:t>New-ADUser -Name 'Jan Novak' -AccountPassword (ConvertTo-SecureString 'Heslo123!' -AsPlainText -Force) -Enabled $true</a:t>
            </a:r>
          </a:p>
          <a:p>
            <a:pPr>
              <a:defRPr sz="1800"/>
            </a:pPr>
            <a:r>
              <a:t>Set-ADAccountPassword -Identity 'Jan Novak' -NewPassword (ConvertTo-SecureString 'NovéHeslo123!' -AsPlainText -Force)</a:t>
            </a:r>
          </a:p>
          <a:p>
            <a:pPr>
              <a:defRPr sz="1800"/>
            </a:pPr>
            <a:r>
              <a:t>Unlock-ADAccount -Identity 'Jan Novak'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D7E626-A631-4157-88ED-4D4D05A67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780C-1D4D-4304-8E3C-DB63AC37ADA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988CDE3-C2CF-E445-C5AB-DD12B665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62362-C3AE-A2FC-2DD2-F9C879E3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Používat OU pro logickou strukturu</a:t>
            </a:r>
          </a:p>
          <a:p>
            <a:pPr>
              <a:defRPr sz="1800"/>
            </a:pPr>
            <a:r>
              <a:t>Minimalizovat počet administrátorů</a:t>
            </a:r>
          </a:p>
          <a:p>
            <a:pPr>
              <a:defRPr sz="1800"/>
            </a:pPr>
            <a:r>
              <a:t>Pravidelně kontrolovat Group Policy</a:t>
            </a:r>
          </a:p>
          <a:p>
            <a:pPr>
              <a:defRPr sz="1800"/>
            </a:pPr>
            <a:r>
              <a:t>Monitorovat replikaci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D3735D-EB8D-6874-7A8E-B76FC845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ACFA-D363-4341-87E8-E1E779FD261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D203B7-2A05-377D-EA8F-59545FB1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6DF773C-23F1-DDF4-487E-6E53A367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- Časté chyby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Nesprávné nastavení replikace</a:t>
            </a:r>
          </a:p>
          <a:p>
            <a:pPr>
              <a:defRPr sz="1800"/>
            </a:pPr>
            <a:r>
              <a:t>Příliš mnoho GPO bez dokumentace</a:t>
            </a:r>
          </a:p>
          <a:p>
            <a:pPr>
              <a:defRPr sz="1800"/>
            </a:pPr>
            <a:r>
              <a:t>Slabá hesla u administrátorů</a:t>
            </a:r>
          </a:p>
          <a:p>
            <a:pPr>
              <a:defRPr sz="1800"/>
            </a:pPr>
            <a:r>
              <a:t>Chybějící zálohy AD databáze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5F2CFC-5E4C-2693-0DE3-215D2862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424F-AD4D-4604-A262-ECB4B86E4F2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B1B2CD6-F082-E5BF-E950-E50FA131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36A1623-0EC6-4133-846F-3040650E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Defender - Funkce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Ochrana proti malwaru, ransomware a síťovým útokům</a:t>
            </a:r>
          </a:p>
          <a:p>
            <a:pPr>
              <a:defRPr sz="1800"/>
            </a:pPr>
            <a:r>
              <a:t>Integrace s Windows Security Center</a:t>
            </a:r>
          </a:p>
          <a:p>
            <a:pPr>
              <a:defRPr sz="1800"/>
            </a:pPr>
            <a:r>
              <a:t>Možnost centrální správy přes Microsoft Endpoint Manager</a:t>
            </a:r>
          </a:p>
          <a:p>
            <a:pPr>
              <a:defRPr sz="1800"/>
            </a:pPr>
            <a:r>
              <a:t>Reporty a monitoring stavu zařízení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7E1434-FD77-0DFC-009A-7EF770B6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B7DAF-561B-41FE-89B2-96E8CD11426A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E499A2C-E7D3-ED56-DB65-E982F5AC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0C0B-D5B4-A48B-CF54-F3EE03C7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Defender - Konfigurace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Zapnutí Real-Time Protection</a:t>
            </a:r>
          </a:p>
          <a:p>
            <a:pPr>
              <a:defRPr sz="1800"/>
            </a:pPr>
            <a:r>
              <a:t>Nastavení politik přes Group Policy</a:t>
            </a:r>
          </a:p>
          <a:p>
            <a:pPr>
              <a:defRPr sz="1800"/>
            </a:pPr>
            <a:r>
              <a:t>Integrace s Microsoft 365 Defender</a:t>
            </a:r>
          </a:p>
          <a:p>
            <a:pPr>
              <a:defRPr sz="1800"/>
            </a:pPr>
            <a:r>
              <a:t>Automatické aktualizace definic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0CFF80-5CEF-A920-E592-509CDDCB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4471-27DA-43B3-9FE6-D342B962A30C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52C7F6-6516-9597-E453-D9BE0F3CC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E6CA0C3-B2F8-B341-3B57-CC62AB08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Microsoft Defender - PowerShell příkazy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Get-MpComputerStatus</a:t>
            </a:r>
          </a:p>
          <a:p>
            <a:pPr>
              <a:defRPr sz="1800"/>
            </a:pPr>
            <a:r>
              <a:t>Start-MpScan -ScanType FullScan</a:t>
            </a:r>
          </a:p>
          <a:p>
            <a:pPr>
              <a:defRPr sz="1800"/>
            </a:pPr>
            <a:r>
              <a:t>Set-MpPreference -DisableRealtimeMonitoring $false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9AAD2-32D0-1830-CF90-007B6ED8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7DA6-B389-4AE9-9D3C-662863D33D6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D6B759-373F-5DDA-261E-A0A08300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DE12C8-5488-F7C4-C50B-334F74BC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Defender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Pravidelné skeny</a:t>
            </a:r>
          </a:p>
          <a:p>
            <a:pPr>
              <a:defRPr sz="1800"/>
            </a:pPr>
            <a:r>
              <a:t>Zapnuté Real-Time Protection</a:t>
            </a:r>
          </a:p>
          <a:p>
            <a:pPr>
              <a:defRPr sz="1800"/>
            </a:pPr>
            <a:r>
              <a:t>Monitorování přes Security Center</a:t>
            </a:r>
          </a:p>
          <a:p>
            <a:pPr>
              <a:defRPr sz="1800"/>
            </a:pPr>
            <a:r>
              <a:t>Používat centrální správu politik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C9C178-EB75-DF56-A97E-1CA0E98B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C521-1EE8-43AB-A390-E5740170D81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2BE32B3-8B6E-FFCC-67AB-3C1EEFE6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7CE878A-58D3-95B4-4E0E-1A7FA3FE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Hyper-V - Architektura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Hypervisor typu 1 pro virtualizaci na Windows Server</a:t>
            </a:r>
          </a:p>
          <a:p>
            <a:pPr>
              <a:defRPr sz="1800"/>
            </a:pPr>
            <a:r>
              <a:t>Podpora pro Generation 1 a Generation 2 VM</a:t>
            </a:r>
          </a:p>
          <a:p>
            <a:pPr>
              <a:defRPr sz="1800"/>
            </a:pPr>
            <a:r>
              <a:t>Možnosti síťování: Internal, External, Private</a:t>
            </a:r>
          </a:p>
          <a:p>
            <a:pPr>
              <a:defRPr sz="1800"/>
            </a:pPr>
            <a:r>
              <a:t>Podpora pro dynamickou paměť a snapshoty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6B1CD2-6BCA-4545-DB62-FD711895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A17-1C60-4227-8BFA-CC2372802F5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964572-4E7F-0E55-138B-0675EBF7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709ABE4-6D7F-9AB4-3D2B-D73FEFF6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Hyper-V - Vytváření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Použití Hyper-V Manager</a:t>
            </a:r>
          </a:p>
          <a:p>
            <a:pPr>
              <a:defRPr sz="1800"/>
            </a:pPr>
            <a:r>
              <a:t>Konfigurace paměti, CPU, disků</a:t>
            </a:r>
          </a:p>
          <a:p>
            <a:pPr>
              <a:defRPr sz="1800"/>
            </a:pPr>
            <a:r>
              <a:t>Přidání virtuálních switchů</a:t>
            </a:r>
          </a:p>
          <a:p>
            <a:pPr>
              <a:defRPr sz="1800"/>
            </a:pPr>
            <a:r>
              <a:t>Instalace OS na VM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3EE19B-1FF2-A2C2-7F30-21C314E1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828-A2EE-49E3-97E0-45ED45CBDFD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C957FE-3B18-361B-64B1-B3BC1353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970F10-8E07-EB1A-1F73-4F772018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Hyper-V - PowerShell příkaz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New-VM -Name 'TestVM' -MemoryStartupBytes 2GB -Generation 2 -SwitchName 'Default Switch'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75A178D-F2BA-6194-BAD0-2A17025D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257A9-EFE2-4659-99B6-4E736868B4CC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342838-467C-1CD2-7BF1-18250536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BF7755-7BE0-993E-A101-9C104BB2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Hyper-V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Používat dynamickou paměť</a:t>
            </a:r>
          </a:p>
          <a:p>
            <a:pPr>
              <a:defRPr sz="1800"/>
            </a:pPr>
            <a:r>
              <a:t>Pravidelně vytvářet checkpointy</a:t>
            </a:r>
          </a:p>
          <a:p>
            <a:pPr>
              <a:defRPr sz="1800"/>
            </a:pPr>
            <a:r>
              <a:t>Monitorovat výkon VM</a:t>
            </a:r>
          </a:p>
          <a:p>
            <a:pPr>
              <a:defRPr sz="1800"/>
            </a:pPr>
            <a:r>
              <a:t>Používat oddělené sítě pro VM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4961B7-77AE-832E-EDAA-5960C31B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1EEF-2461-431A-9122-6224CADA7C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962A0C-AFAC-A22E-19F5-BE2248427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0FD955-49F7-D4B4-2920-B80D536A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Hyper-V - Časté chyby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Nesprávná konfigurace virtuálních switchů</a:t>
            </a:r>
          </a:p>
          <a:p>
            <a:pPr>
              <a:defRPr sz="1800"/>
            </a:pPr>
            <a:r>
              <a:t>Zapomenuté aktualizace Integration Services</a:t>
            </a:r>
          </a:p>
          <a:p>
            <a:pPr>
              <a:defRPr sz="1800"/>
            </a:pPr>
            <a:r>
              <a:t>Příliš mnoho checkpointů</a:t>
            </a:r>
          </a:p>
          <a:p>
            <a:pPr>
              <a:defRPr sz="1800"/>
            </a:pPr>
            <a:r>
              <a:t>Nedostatek diskového prostoru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9C01290-E9A0-C947-283E-AC4CAA13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5225-23B2-426A-BEA4-B10CB8CFED6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4AE0E75-4AB8-87FA-3FCA-E803FA59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54F135-58A0-CF5A-88B2-4E9C1973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PowerShell - Principy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Objektový model a cmdlety</a:t>
            </a:r>
          </a:p>
          <a:p>
            <a:pPr>
              <a:defRPr sz="1800"/>
            </a:pPr>
            <a:r>
              <a:t>Pipeline pro zpracování dat</a:t>
            </a:r>
          </a:p>
          <a:p>
            <a:pPr>
              <a:defRPr sz="1800"/>
            </a:pPr>
            <a:r>
              <a:t>Automatizace správy systému</a:t>
            </a:r>
          </a:p>
          <a:p>
            <a:pPr>
              <a:defRPr sz="1800"/>
            </a:pPr>
            <a:r>
              <a:t>Moduly pro AD, DNS, DHCP, Hyper-V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45BF39-DDFD-0609-1A3C-1584EDC5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D117-7118-4CB7-B5C1-B9502332F39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E5893B-1567-9442-01D2-C6B32E93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EBF9D4-8AC8-9EA4-0CF3-B487529D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PowerShell - Praktické ukázky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Get-Service | Where-Object {$_.Status -eq 'Running'}</a:t>
            </a:r>
          </a:p>
          <a:p>
            <a:pPr>
              <a:defRPr sz="1800"/>
            </a:pPr>
            <a:r>
              <a:t>Get-Process | Sort-Object CPU -Descending | Select-Object -First 5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A52F7A9-F4D5-8E47-60EF-B96E9AB9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05B8-2E53-4859-B20F-792ADEE18C88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23B31B8-085D-0AD5-589D-C530D376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18EDB99-2E79-6CBE-C785-74250D4F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PowerShell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Používat komentáře ve skriptech</a:t>
            </a:r>
          </a:p>
          <a:p>
            <a:pPr>
              <a:defRPr sz="1800"/>
            </a:pPr>
            <a:r>
              <a:t>Testovat skripty na neprodukčním prostředí</a:t>
            </a:r>
          </a:p>
          <a:p>
            <a:pPr>
              <a:defRPr sz="1800"/>
            </a:pPr>
            <a:r>
              <a:t>Používat Try/Catch pro chyby</a:t>
            </a:r>
          </a:p>
          <a:p>
            <a:pPr>
              <a:defRPr sz="1800"/>
            </a:pPr>
            <a:r>
              <a:t>Modularizovat skripty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1CD9DF-4C3F-6ED8-0AA2-6FDA6FEE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4CFC-CCCA-4F7F-B2C6-E8FBE0BFC34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9C35D2-DBB2-8AA1-A8BE-FADE9C86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AEB3E6-7E2E-76BF-21F7-F3DF3EC5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PowerShell - Časté chyby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Spouštění skriptů bez ověření</a:t>
            </a:r>
          </a:p>
          <a:p>
            <a:pPr>
              <a:defRPr sz="1800"/>
            </a:pPr>
            <a:r>
              <a:t>Nesprávné použití pipeline</a:t>
            </a:r>
          </a:p>
          <a:p>
            <a:pPr>
              <a:defRPr sz="1800"/>
            </a:pPr>
            <a:r>
              <a:t>Chybějící error handling</a:t>
            </a:r>
          </a:p>
          <a:p>
            <a:pPr>
              <a:defRPr sz="1800"/>
            </a:pPr>
            <a:r>
              <a:t>Používání zastaralých cmdletů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A700D6C-B533-CD81-6811-106909ED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8104-F17C-4EB0-8006-D7E4CB856D0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1D5411-7B08-B38A-1608-1E19C20E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EDE1AB-B9A7-3618-3E16-7C11166D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- Principy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Překlad doménových jmen na IP adresy</a:t>
            </a:r>
          </a:p>
          <a:p>
            <a:pPr>
              <a:defRPr sz="1800"/>
            </a:pPr>
            <a:r>
              <a:t>Typy záznamů: A, AAAA, CNAME, MX</a:t>
            </a:r>
          </a:p>
          <a:p>
            <a:pPr>
              <a:defRPr sz="1800"/>
            </a:pPr>
            <a:r>
              <a:t>Primární a sekundární zóny</a:t>
            </a:r>
          </a:p>
          <a:p>
            <a:pPr>
              <a:defRPr sz="1800"/>
            </a:pPr>
            <a:r>
              <a:t>Integrace s Active Directory (AD-integrated zones)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316818-7894-4CA6-3785-EC09C071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1CBAF-D13F-4E2A-95B9-6FF917862915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5977C11-84B3-D517-6C2A-4A81ABF0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DF608B-5DEA-1AFF-913E-EBC29733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- PowerShell příkaz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Add-DnsServerResourceRecordA -Name 'server1' -ZoneName 'example.local' -IPv4Address '192.168.1.10'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F74855-2D78-082A-4E25-24344DAF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00CF-5BDE-4161-BAA0-86B3642587FC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646520-CEDF-092F-C2DC-042BD45B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0438C9-C283-F5E4-A0E7-08A50908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Používat AD-integrated zóny</a:t>
            </a:r>
          </a:p>
          <a:p>
            <a:pPr>
              <a:defRPr sz="1800"/>
            </a:pPr>
            <a:r>
              <a:t>Pravidelně kontrolovat replikaci DNS</a:t>
            </a:r>
          </a:p>
          <a:p>
            <a:pPr>
              <a:defRPr sz="1800"/>
            </a:pPr>
            <a:r>
              <a:t>Používat bezpečné aktualizace</a:t>
            </a:r>
          </a:p>
          <a:p>
            <a:pPr>
              <a:defRPr sz="1800"/>
            </a:pPr>
            <a:r>
              <a:t>Monitorovat DNS logy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A8CA5E-74FE-10B3-B0D7-6D067528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AC34-9215-449A-AD62-439AB492873C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BFF62C-7231-7F6A-A16C-6BD7BFC2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A877EA-46D7-3A6D-A90A-78B2F481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DHCP - Principy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Automatické přidělování IP adres klientům</a:t>
            </a:r>
          </a:p>
          <a:p>
            <a:pPr>
              <a:defRPr sz="1800"/>
            </a:pPr>
            <a:r>
              <a:t>Scope, rezervace, možnosti</a:t>
            </a:r>
          </a:p>
          <a:p>
            <a:pPr>
              <a:defRPr sz="1800"/>
            </a:pPr>
            <a:r>
              <a:t>Integrace s Active Directory</a:t>
            </a:r>
          </a:p>
          <a:p>
            <a:pPr>
              <a:defRPr sz="1800"/>
            </a:pPr>
            <a:r>
              <a:t>Failover pro vysokou dostupnost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272A8A-1147-88D7-0BA5-F110E41E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E7F0-94D9-4081-9383-025EF01F195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CCEB02-0F34-F5BC-7367-11A33F26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2F529F-02FF-D738-C3C9-C26081D4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DHCP - PowerShell příkaz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Add-DhcpServerv4Scope -Name 'LAN Scope' -StartRange 192.168.1.100 -EndRange 192.168.1.200 -SubnetMask 255.255.255.0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E627B28-891D-B9F7-9CAA-D75B055D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35F7-AD26-4A64-B611-E78B16764E1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1EA001-8F6A-848D-6E63-68D6E1B3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54B5C34-5B65-57C9-9055-30EE0815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DHCP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Používat rezervace pro servery</a:t>
            </a:r>
          </a:p>
          <a:p>
            <a:pPr>
              <a:defRPr sz="1800"/>
            </a:pPr>
            <a:r>
              <a:t>Monitorovat využití adres</a:t>
            </a:r>
          </a:p>
          <a:p>
            <a:pPr>
              <a:defRPr sz="1800"/>
            </a:pPr>
            <a:r>
              <a:t>Používat failover</a:t>
            </a:r>
          </a:p>
          <a:p>
            <a:pPr>
              <a:defRPr sz="1800"/>
            </a:pPr>
            <a:r>
              <a:t>Pravidelně kontrolovat logy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B92AE4-C8D3-EF4F-EEE3-1CE713C5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8FD-2CFC-4EE7-B415-3BDE651E238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CBE1D8-4123-44C1-0683-B0CFFD38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9EC53C-5416-2F30-60D5-608EA06C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Mini-lab: Vytvoření uživatele v 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Otevřete PowerShell jako administrátor</a:t>
            </a:r>
          </a:p>
          <a:p>
            <a:pPr>
              <a:defRPr sz="1800"/>
            </a:pPr>
            <a:r>
              <a:t>2. Spusťte příkaz: New-ADUser -Name 'TestUser' -AccountPassword (ConvertTo-SecureString 'Heslo123!' -AsPlainText -Force) -Enabled $true</a:t>
            </a:r>
          </a:p>
          <a:p>
            <a:pPr>
              <a:defRPr sz="1800"/>
            </a:pPr>
            <a:r>
              <a:t>3. Ověřte vytvoření pomocí Get-ADUser -Identity 'TestUser'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F90D3AC-88BA-F3B3-BC67-1956E156D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831A8-4EF7-4892-80E6-36495950A30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1B2ADC0-B094-0425-1632-05F2C0FD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4967325-DD80-AFDB-D364-FD686AD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Mini-lab: Konfigurace DNS záznamu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Otevřete PowerShell</a:t>
            </a:r>
          </a:p>
          <a:p>
            <a:pPr>
              <a:defRPr sz="1800"/>
            </a:pPr>
            <a:r>
              <a:t>2. Spusťte příkaz: Add-DnsServerResourceRecordA -Name 'server1' -ZoneName 'example.local' -IPv4Address '192.168.1.10'</a:t>
            </a:r>
          </a:p>
          <a:p>
            <a:pPr>
              <a:defRPr sz="1800"/>
            </a:pPr>
            <a:r>
              <a:t>3. Ověřte pomocí nslookup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F374A4-211F-08DB-3B11-5ADB258A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1330-689A-483E-98BC-01A3517A911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2A53FF5-7DAF-13BC-6231-97881618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397D7B-7C5C-1A81-3FAA-6179422E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Mini-lab: Vytvoření VM v Hyper-V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Otevřete PowerShell</a:t>
            </a:r>
          </a:p>
          <a:p>
            <a:pPr>
              <a:defRPr sz="1800"/>
            </a:pPr>
            <a:r>
              <a:t>2. Spusťte příkaz: New-VM -Name 'LabVM' -MemoryStartupBytes 2GB -Generation 2 -SwitchName 'Default Switch'</a:t>
            </a:r>
          </a:p>
          <a:p>
            <a:pPr>
              <a:defRPr sz="1800"/>
            </a:pPr>
            <a:r>
              <a:t>3. Připojte ISO a spusťte instalaci OS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0D7D40-58BE-D49C-5D42-93DD0E8D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8058-66B2-49FB-A05A-B53E4FCD9EA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2C4D8D5-CDA2-BE5A-9D0A-514F8B72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C65924-E53A-5F8A-29CB-FD52A28C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Závěr a doporučené zdroje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Microsoft Docs: https://docs.microsoft.com</a:t>
            </a:r>
          </a:p>
          <a:p>
            <a:pPr>
              <a:defRPr sz="1800"/>
            </a:pPr>
            <a:r>
              <a:t>TechNet: https://technet.microsoft.com</a:t>
            </a:r>
          </a:p>
          <a:p>
            <a:pPr>
              <a:defRPr sz="1800"/>
            </a:pPr>
            <a:r>
              <a:t>Microsoft Learn: https://learn.microsoft.com</a:t>
            </a:r>
          </a:p>
          <a:p>
            <a:pPr>
              <a:defRPr sz="1800"/>
            </a:pPr>
            <a:r>
              <a:t>Q&amp;A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064CF7-B9A2-20C4-030D-27487016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F413-5B80-4014-9CA2-164D34F94686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E5A6CC-D2E8-65ED-E43F-DCB35DEA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Jiří Bárta, 2025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D9EF22-9F69-4A69-8B7B-2C699851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1150</Words>
  <Application>Microsoft Office PowerPoint</Application>
  <PresentationFormat>Předvádění na obrazovce (4:3)</PresentationFormat>
  <Paragraphs>279</Paragraphs>
  <Slides>32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36" baseType="lpstr">
      <vt:lpstr>Aptos</vt:lpstr>
      <vt:lpstr>Arial</vt:lpstr>
      <vt:lpstr>Calibri</vt:lpstr>
      <vt:lpstr>Office Theme</vt:lpstr>
      <vt:lpstr>Kompletní výuková prezentace: AD, Defender, Hyper-V, PowerShell, DNS, DHCP</vt:lpstr>
      <vt:lpstr>Obsah školení</vt:lpstr>
      <vt:lpstr>Vysvětlení zkratek</vt:lpstr>
      <vt:lpstr>Active Directory - Principy</vt:lpstr>
      <vt:lpstr>Active Directory - Architektura</vt:lpstr>
      <vt:lpstr>Active Directory - Praktické scénáře</vt:lpstr>
      <vt:lpstr>Active Directory - PowerShell příkazy</vt:lpstr>
      <vt:lpstr>Active Directory - Best Practices</vt:lpstr>
      <vt:lpstr>Active Directory - Časté chyby</vt:lpstr>
      <vt:lpstr>Microsoft Defender - Funkce</vt:lpstr>
      <vt:lpstr>Microsoft Defender - Konfigurace</vt:lpstr>
      <vt:lpstr>Microsoft Defender - PowerShell příkazy</vt:lpstr>
      <vt:lpstr>Microsoft Defender - Best Practices</vt:lpstr>
      <vt:lpstr>Hyper-V - Architektura</vt:lpstr>
      <vt:lpstr>Hyper-V - Vytváření VM</vt:lpstr>
      <vt:lpstr>Hyper-V - PowerShell příkaz</vt:lpstr>
      <vt:lpstr>Hyper-V - Best Practices</vt:lpstr>
      <vt:lpstr>Hyper-V - Časté chyby</vt:lpstr>
      <vt:lpstr>PowerShell - Principy</vt:lpstr>
      <vt:lpstr>PowerShell - Praktické ukázky</vt:lpstr>
      <vt:lpstr>PowerShell - Best Practices</vt:lpstr>
      <vt:lpstr>PowerShell - Časté chyby</vt:lpstr>
      <vt:lpstr>DNS - Principy</vt:lpstr>
      <vt:lpstr>DNS - PowerShell příkaz</vt:lpstr>
      <vt:lpstr>DNS - Best Practices</vt:lpstr>
      <vt:lpstr>DHCP - Principy</vt:lpstr>
      <vt:lpstr>DHCP - PowerShell příkaz</vt:lpstr>
      <vt:lpstr>DHCP - Best Practices</vt:lpstr>
      <vt:lpstr>Mini-lab: Vytvoření uživatele v AD</vt:lpstr>
      <vt:lpstr>Mini-lab: Konfigurace DNS záznamu</vt:lpstr>
      <vt:lpstr>Mini-lab: Vytvoření VM v Hyper-V</vt:lpstr>
      <vt:lpstr>Závěr a doporučené zdroje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Jiří Bárta</cp:lastModifiedBy>
  <cp:revision>2</cp:revision>
  <dcterms:created xsi:type="dcterms:W3CDTF">2013-01-27T09:14:16Z</dcterms:created>
  <dcterms:modified xsi:type="dcterms:W3CDTF">2025-11-25T12:16:00Z</dcterms:modified>
  <cp:category/>
</cp:coreProperties>
</file>